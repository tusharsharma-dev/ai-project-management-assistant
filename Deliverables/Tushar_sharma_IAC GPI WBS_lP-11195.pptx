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4DD073-8C82-4C0A-8B72-FF7C43DD5B22}" v="7" dt="2026-06-09T06:49:58.166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72" d="100"/>
          <a:sy n="72" d="100"/>
        </p:scale>
        <p:origin x="18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Sharma BCA2403084" userId="b925eab76467b83a" providerId="LiveId" clId="{041418AD-442E-4BE5-BA8E-FB96A553C9A0}"/>
    <pc:docChg chg="addSld delSld modSld">
      <pc:chgData name="Tushar Sharma BCA2403084" userId="b925eab76467b83a" providerId="LiveId" clId="{041418AD-442E-4BE5-BA8E-FB96A553C9A0}" dt="2026-06-09T06:50:04.476" v="12" actId="113"/>
      <pc:docMkLst>
        <pc:docMk/>
      </pc:docMkLst>
      <pc:sldChg chg="del">
        <pc:chgData name="Tushar Sharma BCA2403084" userId="b925eab76467b83a" providerId="LiveId" clId="{041418AD-442E-4BE5-BA8E-FB96A553C9A0}" dt="2026-06-08T14:38:56.510" v="0" actId="2696"/>
        <pc:sldMkLst>
          <pc:docMk/>
          <pc:sldMk cId="3311251205" sldId="734"/>
        </pc:sldMkLst>
      </pc:sldChg>
      <pc:sldChg chg="del">
        <pc:chgData name="Tushar Sharma BCA2403084" userId="b925eab76467b83a" providerId="LiveId" clId="{041418AD-442E-4BE5-BA8E-FB96A553C9A0}" dt="2026-06-08T14:39:04.541" v="4" actId="2696"/>
        <pc:sldMkLst>
          <pc:docMk/>
          <pc:sldMk cId="1616218921" sldId="2572"/>
        </pc:sldMkLst>
      </pc:sldChg>
      <pc:sldChg chg="del">
        <pc:chgData name="Tushar Sharma BCA2403084" userId="b925eab76467b83a" providerId="LiveId" clId="{041418AD-442E-4BE5-BA8E-FB96A553C9A0}" dt="2026-06-08T14:38:58.573" v="1" actId="2696"/>
        <pc:sldMkLst>
          <pc:docMk/>
          <pc:sldMk cId="3186578606" sldId="2640"/>
        </pc:sldMkLst>
      </pc:sldChg>
      <pc:sldChg chg="modSp mod">
        <pc:chgData name="Tushar Sharma BCA2403084" userId="b925eab76467b83a" providerId="LiveId" clId="{041418AD-442E-4BE5-BA8E-FB96A553C9A0}" dt="2026-06-09T06:50:04.476" v="12" actId="113"/>
        <pc:sldMkLst>
          <pc:docMk/>
          <pc:sldMk cId="771295843" sldId="2683"/>
        </pc:sldMkLst>
        <pc:spChg chg="mod">
          <ac:chgData name="Tushar Sharma BCA2403084" userId="b925eab76467b83a" providerId="LiveId" clId="{041418AD-442E-4BE5-BA8E-FB96A553C9A0}" dt="2026-06-09T06:50:04.476" v="12" actId="113"/>
          <ac:spMkLst>
            <pc:docMk/>
            <pc:sldMk cId="771295843" sldId="2683"/>
            <ac:spMk id="2" creationId="{2AE34765-BFFC-BA46-84DD-87068CEE453F}"/>
          </ac:spMkLst>
        </pc:spChg>
        <pc:graphicFrameChg chg="mod">
          <ac:chgData name="Tushar Sharma BCA2403084" userId="b925eab76467b83a" providerId="LiveId" clId="{041418AD-442E-4BE5-BA8E-FB96A553C9A0}" dt="2026-06-09T06:47:57.961" v="10"/>
          <ac:graphicFrameMkLst>
            <pc:docMk/>
            <pc:sldMk cId="771295843" sldId="2683"/>
            <ac:graphicFrameMk id="8" creationId="{3640F199-031D-8248-8201-2BDB81372D4E}"/>
          </ac:graphicFrameMkLst>
        </pc:graphicFrameChg>
      </pc:sldChg>
      <pc:sldChg chg="add del">
        <pc:chgData name="Tushar Sharma BCA2403084" userId="b925eab76467b83a" providerId="LiveId" clId="{041418AD-442E-4BE5-BA8E-FB96A553C9A0}" dt="2026-06-08T14:39:02.603" v="3" actId="2696"/>
        <pc:sldMkLst>
          <pc:docMk/>
          <pc:sldMk cId="3422043100" sldId="268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dirty="0"/>
            <a:t>React Setup</a:t>
          </a:r>
          <a:endParaRPr lang="en-GB" sz="1200" dirty="0"/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900" dirty="0"/>
            <a:t>Dashboard Development</a:t>
          </a:r>
          <a:endParaRPr lang="en-GB" sz="900" dirty="0"/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dirty="0"/>
            <a:t>AI Chat Integration</a:t>
          </a:r>
          <a:endParaRPr lang="en-GB" sz="1200" dirty="0"/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dirty="0"/>
            <a:t>Image Analysis</a:t>
          </a:r>
          <a:endParaRPr lang="en-GB" sz="1200" dirty="0"/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React Setup</a:t>
          </a:r>
          <a:endParaRPr lang="en-GB" sz="1200" kern="1200" dirty="0"/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Dashboard Development</a:t>
          </a:r>
          <a:endParaRPr lang="en-GB" sz="900" kern="1200" dirty="0"/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AI Chat Integration</a:t>
          </a:r>
          <a:endParaRPr lang="en-GB" sz="1200" kern="1200" dirty="0"/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Image Analysis</a:t>
          </a:r>
          <a:endParaRPr lang="en-GB" sz="1200" kern="1200" dirty="0"/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IN" b="1" dirty="0"/>
              <a:t>Artificial Intelligence &amp; Software Development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809687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6790</TotalTime>
  <Words>79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‘Artificial Intelligence &amp; 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Tushar Sharma BCA2403084</cp:lastModifiedBy>
  <cp:revision>241</cp:revision>
  <dcterms:created xsi:type="dcterms:W3CDTF">2023-07-15T03:43:48Z</dcterms:created>
  <dcterms:modified xsi:type="dcterms:W3CDTF">2026-06-09T06:50:06Z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